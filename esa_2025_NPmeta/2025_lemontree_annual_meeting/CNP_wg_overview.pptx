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7" r:id="rId10"/>
    <p:sldId id="269" r:id="rId11"/>
    <p:sldId id="268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8"/>
    <p:restoredTop sz="94694"/>
  </p:normalViewPr>
  <p:slideViewPr>
    <p:cSldViewPr snapToGrid="0" showGuides="1">
      <p:cViewPr varScale="1">
        <p:scale>
          <a:sx n="114" d="100"/>
          <a:sy n="114" d="100"/>
        </p:scale>
        <p:origin x="192" y="3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76AD-AA0D-EFCE-9ABD-C3B395AE4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2AEA41-FD73-2E82-A089-C8A88433F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4A7BC-41F8-4721-33B1-1ECFF807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7F1E8-F69B-2F49-94EF-A30939768871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7EC21-5617-E9B7-B558-817BDDA75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E6EA3-0AC7-4C10-FDDB-DAD3C0A6A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92DD-1467-204B-9D2D-06B3917A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57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CBA66-EB1C-F2CA-4F35-3E9ABEC2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FE66B-64F7-8E42-621B-501EAB49F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A230C-2CA9-0A30-7847-0FE75E23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7F1E8-F69B-2F49-94EF-A30939768871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00868-72D8-0171-03F6-116C3A4B7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98538-E9EF-48AD-A075-80E0EA19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92DD-1467-204B-9D2D-06B3917A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0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71C16-7C30-1D08-D238-C6ACF2A6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DB860-3689-7507-BF29-E9FB2FD65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59F9B-7F06-A56F-7643-1D4951C47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7F1E8-F69B-2F49-94EF-A30939768871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BF23C-9493-E0B4-3330-BA72B549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46984-2E1D-028C-C568-0D9FEE7E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92DD-1467-204B-9D2D-06B3917A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88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8531C-E1C0-4350-9EC7-E0C45890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B1312-6D32-BCE0-BC04-DC245290C8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F8A2F-7713-2A86-DA46-545E9BC75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2ED8E-8C69-749C-8FDB-A9313FB0F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7F1E8-F69B-2F49-94EF-A30939768871}" type="datetimeFigureOut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7E56E-7219-40EC-CF62-C2AEE81A6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6FD98-7C60-A890-30E1-DC7634A7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92DD-1467-204B-9D2D-06B3917A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40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87E7-91F1-D718-7C04-8276B08AC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E4687-BEB3-A943-52FF-0258303D6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7D0B7-0BBB-7733-64EA-72C1EEB44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D27EF-9B1A-878D-5ADD-3FC5D22FE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4B9B09-A16F-CEFE-EA23-3BDC2616A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CF6740-B9F7-5BBE-26E1-611D824A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7F1E8-F69B-2F49-94EF-A30939768871}" type="datetimeFigureOut">
              <a:rPr lang="en-US" smtClean="0"/>
              <a:t>8/25/25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D7A3EC-D6B6-E2EB-4FBD-486CCC6D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270D95-604E-5DAC-6D9C-4D03161C2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92DD-1467-204B-9D2D-06B3917A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8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DC32F-3BCC-A8D7-887A-13F2941D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ED282-8E17-852B-5AF7-164469FC0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7F1E8-F69B-2F49-94EF-A30939768871}" type="datetimeFigureOut">
              <a:rPr lang="en-US" smtClean="0"/>
              <a:t>8/25/25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23B0F8-3B6C-6250-3799-2E1E5A87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CA0F5-0888-D7C4-FA0E-E03026B9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92DD-1467-204B-9D2D-06B3917A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9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F1045A-9825-C866-96D4-3B9679AB7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7F1E8-F69B-2F49-94EF-A30939768871}" type="datetimeFigureOut">
              <a:rPr lang="en-US" smtClean="0"/>
              <a:t>8/25/25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918439-02C7-98A6-5A88-E4416E7BF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4404D-78DB-0053-B5C2-A8F6AFC99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92DD-1467-204B-9D2D-06B3917A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60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1017-F98B-D87F-0DA4-E5C5BF5C4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79C90-8695-9F9A-6F5F-3E1612A3B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A91EB3-F3AD-BD9B-D275-2ECCD4477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C85F8-A470-5A02-7372-6779B5753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7F1E8-F69B-2F49-94EF-A30939768871}" type="datetimeFigureOut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2C7E0-95A4-5346-0E54-3656A2207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04BB5-480E-8FED-834D-0434CF866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92DD-1467-204B-9D2D-06B3917A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40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3D1CB-C0AB-DC00-34E0-4F2A23928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865D49-19AF-E49B-03AC-D4D51FE0E7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ABD7A-669B-A5FC-AC61-DBC9A170F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D59E8-B8A2-56BD-1061-2E4D13A69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7F1E8-F69B-2F49-94EF-A30939768871}" type="datetimeFigureOut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13471-8110-A7AB-9B83-38D65632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9EC84-4BB7-8662-A537-AE703202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92DD-1467-204B-9D2D-06B3917A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68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C8B8-FB93-765B-DDC2-63597DCD7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E5DB6-7501-61C5-FC04-F8C3B4932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504C3-50CA-6C52-A533-7A0FF69E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7F1E8-F69B-2F49-94EF-A30939768871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05073-0F2E-105E-86F5-0917463EB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891D2-9385-5FA4-A58D-80B1211B0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92DD-1467-204B-9D2D-06B3917A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95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0A7FB8-75F9-13AB-DFFC-94162FB247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FFD526-577C-D6CE-E0E0-91ADD215C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C0BEA-F0A7-6C3F-C084-748A9369E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7F1E8-F69B-2F49-94EF-A30939768871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9D400-D3D8-53B4-556E-2ADCB2EC9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58771-E259-B7DB-05FD-EE85C502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292DD-1467-204B-9D2D-06B3917A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63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EB5DAE-5BB6-03CA-442D-E47E9D8DB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22E62-591D-88EE-F4E7-0721D97D1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1833A-6E01-3319-4552-7977D3116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7F1E8-F69B-2F49-94EF-A30939768871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470F5-5133-A2CF-DDCA-CBD710A93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4F3DD-6E19-D8CD-1496-EB7445557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292DD-1467-204B-9D2D-06B3917A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55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8F22-4E88-3C8C-FDEF-1981DA9783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Overview of CNP Working Group Goals and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B4422-070E-4352-0A3E-0EAB63EA69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2025 LEMONTREE Annual Meeting</a:t>
            </a:r>
          </a:p>
          <a:p>
            <a:r>
              <a:rPr lang="en-US" dirty="0"/>
              <a:t>2025.08.26</a:t>
            </a:r>
          </a:p>
        </p:txBody>
      </p:sp>
    </p:spTree>
    <p:extLst>
      <p:ext uri="{BB962C8B-B14F-4D97-AF65-F5344CB8AC3E}">
        <p14:creationId xmlns:p14="http://schemas.microsoft.com/office/powerpoint/2010/main" val="1567196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4846-F224-21E4-F503-2F663E919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dirty="0"/>
              <a:t>Main goal: review current evidence and develop a theory for understanding optimal plant responses to P availability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57D0B-740B-C120-C5DF-F85F8812C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64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0FF886-AB19-15B5-C1EB-BE9DE3173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48459"/>
            <a:ext cx="7772400" cy="536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44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B8C456-8281-D4AB-76CF-1F3061B02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71" y="742950"/>
            <a:ext cx="11796468" cy="54435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58397F-58ED-EC00-A2F0-8597F124E037}"/>
              </a:ext>
            </a:extLst>
          </p:cNvPr>
          <p:cNvSpPr txBox="1"/>
          <p:nvPr/>
        </p:nvSpPr>
        <p:spPr>
          <a:xfrm>
            <a:off x="9591416" y="6581001"/>
            <a:ext cx="2600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Stocker et al. (2025) </a:t>
            </a:r>
            <a:r>
              <a:rPr lang="en-US" sz="1200" i="1" dirty="0"/>
              <a:t>New Phytologist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35318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55C549-FADF-F125-69FD-ADAD13C86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49668"/>
            <a:ext cx="7772400" cy="55586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770EA3-DC1D-BF2C-B623-C0E141A9519F}"/>
              </a:ext>
            </a:extLst>
          </p:cNvPr>
          <p:cNvSpPr txBox="1"/>
          <p:nvPr/>
        </p:nvSpPr>
        <p:spPr>
          <a:xfrm>
            <a:off x="9591416" y="6581001"/>
            <a:ext cx="2600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Stocker et al. (2025) </a:t>
            </a:r>
            <a:r>
              <a:rPr lang="en-US" sz="1200" i="1" dirty="0"/>
              <a:t>New Phytologist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36649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841CDB-25F9-4638-889F-0EFAD2A8D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901700"/>
            <a:ext cx="7747000" cy="5054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B5CABB-E4BF-E7FF-D027-E2BB81F9A984}"/>
              </a:ext>
            </a:extLst>
          </p:cNvPr>
          <p:cNvSpPr txBox="1"/>
          <p:nvPr/>
        </p:nvSpPr>
        <p:spPr>
          <a:xfrm>
            <a:off x="9591416" y="6581001"/>
            <a:ext cx="2600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Stocker et al. (2025) </a:t>
            </a:r>
            <a:r>
              <a:rPr lang="en-US" sz="1200" i="1" dirty="0"/>
              <a:t>New Phytologist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13095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0C9B81-1507-E396-B087-F439C4664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46606"/>
            <a:ext cx="7772400" cy="53647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727D46-09F1-33E9-7CAF-B50782CE77C4}"/>
              </a:ext>
            </a:extLst>
          </p:cNvPr>
          <p:cNvSpPr txBox="1"/>
          <p:nvPr/>
        </p:nvSpPr>
        <p:spPr>
          <a:xfrm>
            <a:off x="9591416" y="6581001"/>
            <a:ext cx="2600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Stocker et al. (2025) </a:t>
            </a:r>
            <a:r>
              <a:rPr lang="en-US" sz="1200" i="1" dirty="0"/>
              <a:t>New Phytologist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7840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E1B62-A320-9F02-2C76-BD73BC267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CNP Working Group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D51DD-2500-D185-08A7-6EC0CA996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01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BCF95-77EE-4FF6-35A2-BA63E4271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CNP Working Group Progress Y4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0FDF1D-F5CF-B5A4-C48B-84DB5ECEB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885426"/>
              </p:ext>
            </p:extLst>
          </p:nvPr>
        </p:nvGraphicFramePr>
        <p:xfrm>
          <a:off x="758371" y="1690688"/>
          <a:ext cx="1058309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6349">
                  <a:extLst>
                    <a:ext uri="{9D8B030D-6E8A-4147-A177-3AD203B41FA5}">
                      <a16:colId xmlns:a16="http://schemas.microsoft.com/office/drawing/2014/main" val="2771438314"/>
                    </a:ext>
                  </a:extLst>
                </a:gridCol>
                <a:gridCol w="2443310">
                  <a:extLst>
                    <a:ext uri="{9D8B030D-6E8A-4147-A177-3AD203B41FA5}">
                      <a16:colId xmlns:a16="http://schemas.microsoft.com/office/drawing/2014/main" val="1615960693"/>
                    </a:ext>
                  </a:extLst>
                </a:gridCol>
                <a:gridCol w="1644251">
                  <a:extLst>
                    <a:ext uri="{9D8B030D-6E8A-4147-A177-3AD203B41FA5}">
                      <a16:colId xmlns:a16="http://schemas.microsoft.com/office/drawing/2014/main" val="4091334272"/>
                    </a:ext>
                  </a:extLst>
                </a:gridCol>
                <a:gridCol w="3779182">
                  <a:extLst>
                    <a:ext uri="{9D8B030D-6E8A-4147-A177-3AD203B41FA5}">
                      <a16:colId xmlns:a16="http://schemas.microsoft.com/office/drawing/2014/main" val="4067652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Task/Working Group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Proposed 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72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6.1 P Cycle Review paper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Report on how phosphorus is currently implemented in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Dec-24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Complete, report available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712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Evaluation of simulated C sink trends by models with and without P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Complete, report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639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Report on meta-analysis of leaf and whole-plant responses to phosphorus 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Jan-25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Complete, report available. Meta-analysis proposed as stand-alone product and review paper display 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089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946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DED5012B-F1E1-9574-75AA-9E8014BB9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675" y="243131"/>
            <a:ext cx="9081003" cy="56478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2640CB-F946-14A5-C255-5F09E629A332}"/>
              </a:ext>
            </a:extLst>
          </p:cNvPr>
          <p:cNvSpPr txBox="1"/>
          <p:nvPr/>
        </p:nvSpPr>
        <p:spPr>
          <a:xfrm>
            <a:off x="349135" y="5968538"/>
            <a:ext cx="10457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CNP and CN models differ by more than just incorporation of P cycle… next steps are to run model</a:t>
            </a:r>
          </a:p>
          <a:p>
            <a:r>
              <a:rPr lang="en-US" dirty="0"/>
              <a:t>Experiments changing dose of P to isolate effect of P cycle on these trends</a:t>
            </a:r>
          </a:p>
        </p:txBody>
      </p:sp>
    </p:spTree>
    <p:extLst>
      <p:ext uri="{BB962C8B-B14F-4D97-AF65-F5344CB8AC3E}">
        <p14:creationId xmlns:p14="http://schemas.microsoft.com/office/powerpoint/2010/main" val="3818538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C5D36-8382-85C4-B971-9C0933546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CNP Working Group Outlook Y5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2E5BFD-B2C8-5858-57D4-658E560E6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857287"/>
              </p:ext>
            </p:extLst>
          </p:nvPr>
        </p:nvGraphicFramePr>
        <p:xfrm>
          <a:off x="804454" y="1690688"/>
          <a:ext cx="10971234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4338">
                  <a:extLst>
                    <a:ext uri="{9D8B030D-6E8A-4147-A177-3AD203B41FA5}">
                      <a16:colId xmlns:a16="http://schemas.microsoft.com/office/drawing/2014/main" val="2771438314"/>
                    </a:ext>
                  </a:extLst>
                </a:gridCol>
                <a:gridCol w="1704555">
                  <a:extLst>
                    <a:ext uri="{9D8B030D-6E8A-4147-A177-3AD203B41FA5}">
                      <a16:colId xmlns:a16="http://schemas.microsoft.com/office/drawing/2014/main" val="1615960693"/>
                    </a:ext>
                  </a:extLst>
                </a:gridCol>
                <a:gridCol w="1704555">
                  <a:extLst>
                    <a:ext uri="{9D8B030D-6E8A-4147-A177-3AD203B41FA5}">
                      <a16:colId xmlns:a16="http://schemas.microsoft.com/office/drawing/2014/main" val="4091334272"/>
                    </a:ext>
                  </a:extLst>
                </a:gridCol>
                <a:gridCol w="3917786">
                  <a:extLst>
                    <a:ext uri="{9D8B030D-6E8A-4147-A177-3AD203B41FA5}">
                      <a16:colId xmlns:a16="http://schemas.microsoft.com/office/drawing/2014/main" val="4067652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Task/Working Group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Proposed 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72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3.13 N and P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Meta-analysis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Meta analysis paper of N, P, N+P addition effects on leaf and whole-plant traits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825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3.13 N and P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 fractionation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Dec-25 (?)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Analysis of leaf phosphorus fractionation data in response to soil and climate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69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3.13 N and P Controls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Theory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Dec-25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 analysis and analysis of fractionation data has started discussion on hypothesis generation.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712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6.2 P Cycle Review Paper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manuscript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Nick Smith and Keith Bloomfield agree to lead effort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089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780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9743CF-6AEF-2A66-7660-2A1A2CB01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18" y="1540019"/>
            <a:ext cx="10074563" cy="377796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D2F481-7A33-0A34-67B4-3487CEEA1F92}"/>
              </a:ext>
            </a:extLst>
          </p:cNvPr>
          <p:cNvSpPr/>
          <p:nvPr/>
        </p:nvSpPr>
        <p:spPr>
          <a:xfrm>
            <a:off x="9094124" y="1540019"/>
            <a:ext cx="1180407" cy="1888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05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285</Words>
  <Application>Microsoft Macintosh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Overview of CNP Working Group Goals and Progress</vt:lpstr>
      <vt:lpstr>Main goal: review current evidence and develop a theory for understanding optimal plant responses to P availability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CNP Working Group Progress</vt:lpstr>
      <vt:lpstr>CNP Working Group Progress Y4</vt:lpstr>
      <vt:lpstr>PowerPoint Presentation</vt:lpstr>
      <vt:lpstr>CNP Working Group Outlook Y5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Perkowski, Evan A</dc:creator>
  <cp:lastModifiedBy>Perkowski, Evan A</cp:lastModifiedBy>
  <cp:revision>4</cp:revision>
  <dcterms:created xsi:type="dcterms:W3CDTF">2025-08-21T19:30:39Z</dcterms:created>
  <dcterms:modified xsi:type="dcterms:W3CDTF">2025-08-25T10:38:41Z</dcterms:modified>
</cp:coreProperties>
</file>